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{{company}} — {{quarter}}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Key Metrics — {{quarter}}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b="1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Gross Margin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{{revenue}}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{{growth}}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{{gross_margin}}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Regional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b="1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YoY Growth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Customer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r>
                        <a:rPr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Actual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